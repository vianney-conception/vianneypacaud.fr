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5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747474"/>
    <a:srgbClr val="FFA7A7"/>
    <a:srgbClr val="0D390D"/>
    <a:srgbClr val="145814"/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94CE83-AE30-0595-220E-39D793716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F84996-FF1E-7D06-4148-C47AE6809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6840E1-3785-2B2B-8E28-F779E918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2F57AC-5576-3C6E-7BB5-8049BB7C2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950FAE-5359-2BBC-CD9C-F2EDCA6A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03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8E67DA-FCD1-CAC4-63C1-BCD9C0979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38971F-CD4C-05CC-A629-A64548AEF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2FE9FE-E5C0-9B33-3E3F-4D8E2DCD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AB84E1-6372-DD24-B80A-C71DD1152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5B763C-6CBF-7D98-C0C0-EF9EB813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44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48E1B6-DA15-80B3-C664-D62C68557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1EF8B1-F3B7-A22F-BC12-38020BDD5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B646A7-42D8-66B1-A7EA-743C9E37C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2D20A0-BB54-058D-3E02-A6869B47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B9592F-B28A-FA20-4816-511FECBB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528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EE5367-E66B-6D37-572E-520E934F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03E889-BF12-D6C6-DF3E-6EC40C7FE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FF0790A-CBD7-0B1F-A8F3-EC945F8D2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2E623C-F0C5-3DA6-2361-497D5C5D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B3CF24-8887-7F1B-3F4F-AB4179D7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D7D98B-1815-BED4-4157-66752395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84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3BA962-491D-D71F-3794-B4DD6B8C9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0894E9-E1AA-6E8E-15EE-DBA38DA93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8D31970-F891-DE57-FDD7-4358F129B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27A3891-02F6-9160-1F31-1568D69580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18C0A2-5DB5-6649-60EA-252C5D328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337A894-0B91-1FC9-20D8-D1D61B337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E4E273E-3060-87EF-FC68-7C9C5680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4B4EF12-19C5-2470-9E65-6641DE7F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0133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D6652F-AA2C-E01D-8184-5A676D9B3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813D736-7799-87F5-C8CE-E1073AE8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A325794-5D78-5E28-278B-A787D1710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F58A33-6568-C459-23B6-B46D1BD8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302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D30D86B-E39B-8D11-80C6-94845963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9BED4EE-B2F1-86AD-715F-EA0746F15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36517B-FAB0-2597-F6F7-46056513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59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CA4BED-F918-AE8C-23C3-6FB15B4D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0D08DE-8A71-A4C0-1A20-CB55B9FF1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7854F6-EFB3-1DAE-D496-C1DF5239B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054D4E-397D-4A5D-7C4B-C271EE2BA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D6D0EF-524C-645B-166A-24C80897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F46556-52F0-2DFE-737F-BDF417877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766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02312A-0EA9-A014-79E1-8588C71F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BEB4AA-2D7F-EF7E-1CF1-676A42642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B2E8D2-2A59-81E3-2B45-66288D0D3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A4915C-67C5-23E3-ED91-7FD322A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E46DBD-D69A-672E-832F-B32CDB755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B549D6-F793-8CAE-D937-EA983364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353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116D29-EF4D-8557-4ED7-BA5E6C83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27E938-75E5-2D52-61AA-90267C6F2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2E626A-AEAB-6269-1766-0E969C40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9E21A8-FCBA-1C21-8AAB-CFDC3250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AC945C-1BA1-4AD1-F33B-52824673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825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DCA71D-D76E-560D-A050-5B1C1C134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048384-4634-7438-C501-6D14A625A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D9365-FB05-AF26-3AB4-BF66BA0BE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34A88E-F669-0856-68E6-D392DCD3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79238B-B9EE-EB10-BE42-FD8D267C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37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7114370-D6E3-FBA7-2F2D-1B501FC89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FD8C41-F3E3-6B05-ACF1-71DE056B7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0EA8B4-85FB-F1EA-B2BC-846A747D5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75F01-0B83-4C53-9BF8-DFB6E3967612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319C1A-C21E-126B-CE13-931EDC568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351AD7-42D9-F76E-F2B4-1D3B198BF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65A66-AEA4-4077-9642-9AECED5FDB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58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1C3E3E-3BD8-EADC-CA35-9185E1DB4A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D4BF714-AD49-E43F-13AD-256CDFE8BEB3}"/>
              </a:ext>
            </a:extLst>
          </p:cNvPr>
          <p:cNvSpPr/>
          <p:nvPr/>
        </p:nvSpPr>
        <p:spPr>
          <a:xfrm>
            <a:off x="4004982" y="1719542"/>
            <a:ext cx="4182035" cy="3418915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1270000" sx="68000" sy="68000" algn="ctr" rotWithShape="0">
              <a:prstClr val="black">
                <a:alpha val="5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909FE6E-9AC1-1D3F-F0AD-0DA695CB1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727" y="2044537"/>
            <a:ext cx="776544" cy="77654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15EDBD2-6C76-EFA2-ED0E-D104A61608B9}"/>
              </a:ext>
            </a:extLst>
          </p:cNvPr>
          <p:cNvSpPr txBox="1"/>
          <p:nvPr/>
        </p:nvSpPr>
        <p:spPr>
          <a:xfrm>
            <a:off x="4182035" y="3013822"/>
            <a:ext cx="3805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Bienvenue sur GervoTransfert</a:t>
            </a:r>
            <a:endParaRPr lang="fr-FR" sz="20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8D5F76B-521D-2A20-E2C7-703BD2F71F93}"/>
              </a:ext>
            </a:extLst>
          </p:cNvPr>
          <p:cNvSpPr txBox="1"/>
          <p:nvPr/>
        </p:nvSpPr>
        <p:spPr>
          <a:xfrm>
            <a:off x="4182035" y="3461139"/>
            <a:ext cx="3805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Pour démarrer le partage local, veuillez d’abord choisir le dossier à synchroniser.</a:t>
            </a:r>
            <a:endParaRPr lang="fr-FR" sz="14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6563DCB-D405-ED13-2C30-BBEA788C90F5}"/>
              </a:ext>
            </a:extLst>
          </p:cNvPr>
          <p:cNvSpPr/>
          <p:nvPr/>
        </p:nvSpPr>
        <p:spPr>
          <a:xfrm>
            <a:off x="4948929" y="4208058"/>
            <a:ext cx="2365605" cy="523220"/>
          </a:xfrm>
          <a:prstGeom prst="roundRect">
            <a:avLst>
              <a:gd name="adj" fmla="val 50000"/>
            </a:avLst>
          </a:prstGeom>
          <a:solidFill>
            <a:srgbClr val="1458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C1A0B30-3BF9-4E1A-09D8-085235248593}"/>
              </a:ext>
            </a:extLst>
          </p:cNvPr>
          <p:cNvSpPr txBox="1"/>
          <p:nvPr/>
        </p:nvSpPr>
        <p:spPr>
          <a:xfrm>
            <a:off x="5365377" y="4300391"/>
            <a:ext cx="18153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Choisir un dossier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92B2949-A54E-FB9D-5862-EAB470CB1E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688" y="4353753"/>
            <a:ext cx="231829" cy="231829"/>
          </a:xfrm>
          <a:prstGeom prst="rect">
            <a:avLst/>
          </a:prstGeom>
        </p:spPr>
      </p:pic>
      <p:sp>
        <p:nvSpPr>
          <p:cNvPr id="23" name="Graphique 21">
            <a:extLst>
              <a:ext uri="{FF2B5EF4-FFF2-40B4-BE49-F238E27FC236}">
                <a16:creationId xmlns:a16="http://schemas.microsoft.com/office/drawing/2014/main" id="{7D9DFCA6-1FD0-997B-9923-6699A07C5801}"/>
              </a:ext>
            </a:extLst>
          </p:cNvPr>
          <p:cNvSpPr/>
          <p:nvPr/>
        </p:nvSpPr>
        <p:spPr>
          <a:xfrm>
            <a:off x="12192000" y="6858000"/>
            <a:ext cx="236231" cy="236230"/>
          </a:xfrm>
          <a:custGeom>
            <a:avLst/>
            <a:gdLst>
              <a:gd name="csX0" fmla="*/ 390 w 161957"/>
              <a:gd name="csY0" fmla="*/ 6589 h 161956"/>
              <a:gd name="csX1" fmla="*/ 2841 w 161957"/>
              <a:gd name="csY1" fmla="*/ 389 h 161956"/>
              <a:gd name="csX2" fmla="*/ 6591 w 161957"/>
              <a:gd name="csY2" fmla="*/ 389 h 161956"/>
              <a:gd name="csX3" fmla="*/ 158991 w 161957"/>
              <a:gd name="csY3" fmla="*/ 62301 h 161956"/>
              <a:gd name="csX4" fmla="*/ 161604 w 161957"/>
              <a:gd name="csY4" fmla="*/ 68509 h 161956"/>
              <a:gd name="csX5" fmla="*/ 158391 w 161957"/>
              <a:gd name="csY5" fmla="*/ 71321 h 161956"/>
              <a:gd name="csX6" fmla="*/ 100059 w 161957"/>
              <a:gd name="csY6" fmla="*/ 86371 h 161956"/>
              <a:gd name="csX7" fmla="*/ 86363 w 161957"/>
              <a:gd name="csY7" fmla="*/ 100039 h 161956"/>
              <a:gd name="csX8" fmla="*/ 71323 w 161957"/>
              <a:gd name="csY8" fmla="*/ 158389 h 161956"/>
              <a:gd name="csX9" fmla="*/ 65516 w 161957"/>
              <a:gd name="csY9" fmla="*/ 161802 h 161956"/>
              <a:gd name="csX10" fmla="*/ 62302 w 161957"/>
              <a:gd name="csY10" fmla="*/ 158989 h 161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61957" h="161956">
                <a:moveTo>
                  <a:pt x="390" y="6589"/>
                </a:moveTo>
                <a:cubicBezTo>
                  <a:pt x="-645" y="4200"/>
                  <a:pt x="452" y="1424"/>
                  <a:pt x="2841" y="389"/>
                </a:cubicBezTo>
                <a:cubicBezTo>
                  <a:pt x="4037" y="-130"/>
                  <a:pt x="5395" y="-130"/>
                  <a:pt x="6591" y="389"/>
                </a:cubicBezTo>
                <a:lnTo>
                  <a:pt x="158991" y="62301"/>
                </a:lnTo>
                <a:cubicBezTo>
                  <a:pt x="161427" y="63294"/>
                  <a:pt x="162597" y="66073"/>
                  <a:pt x="161604" y="68509"/>
                </a:cubicBezTo>
                <a:cubicBezTo>
                  <a:pt x="161037" y="69901"/>
                  <a:pt x="159846" y="70944"/>
                  <a:pt x="158391" y="71321"/>
                </a:cubicBezTo>
                <a:lnTo>
                  <a:pt x="100059" y="86371"/>
                </a:lnTo>
                <a:cubicBezTo>
                  <a:pt x="93347" y="88096"/>
                  <a:pt x="88102" y="93331"/>
                  <a:pt x="86363" y="100039"/>
                </a:cubicBezTo>
                <a:lnTo>
                  <a:pt x="71323" y="158389"/>
                </a:lnTo>
                <a:cubicBezTo>
                  <a:pt x="70662" y="160935"/>
                  <a:pt x="68062" y="162463"/>
                  <a:pt x="65516" y="161802"/>
                </a:cubicBezTo>
                <a:cubicBezTo>
                  <a:pt x="64061" y="161424"/>
                  <a:pt x="62870" y="160382"/>
                  <a:pt x="62302" y="158989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C99DF49B-744A-1949-4B5A-71520A9CBB94}"/>
              </a:ext>
            </a:extLst>
          </p:cNvPr>
          <p:cNvGrpSpPr/>
          <p:nvPr/>
        </p:nvGrpSpPr>
        <p:grpSpPr>
          <a:xfrm>
            <a:off x="-3193145" y="-134776"/>
            <a:ext cx="2876114" cy="7191829"/>
            <a:chOff x="0" y="-134776"/>
            <a:chExt cx="2876114" cy="7191829"/>
          </a:xfrm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DD829810-9438-A7A1-8C16-0DBAE46A7B2F}"/>
                </a:ext>
              </a:extLst>
            </p:cNvPr>
            <p:cNvSpPr/>
            <p:nvPr/>
          </p:nvSpPr>
          <p:spPr>
            <a:xfrm>
              <a:off x="0" y="-134776"/>
              <a:ext cx="2876114" cy="719182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6D430339-1DD1-A419-0147-DB60A80C7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070" y="252022"/>
              <a:ext cx="410045" cy="410045"/>
            </a:xfrm>
            <a:prstGeom prst="rect">
              <a:avLst/>
            </a:prstGeom>
          </p:spPr>
        </p:pic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1E8CA5AB-5335-2A00-0AC5-A640B8509B42}"/>
                </a:ext>
              </a:extLst>
            </p:cNvPr>
            <p:cNvSpPr txBox="1"/>
            <p:nvPr/>
          </p:nvSpPr>
          <p:spPr>
            <a:xfrm>
              <a:off x="636345" y="259606"/>
              <a:ext cx="1961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GervoTransfert</a:t>
              </a:r>
              <a:endParaRPr lang="fr-FR" sz="2000" b="1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4E4964AD-8C94-5020-9442-EFA8630A3028}"/>
                </a:ext>
              </a:extLst>
            </p:cNvPr>
            <p:cNvSpPr txBox="1"/>
            <p:nvPr/>
          </p:nvSpPr>
          <p:spPr>
            <a:xfrm>
              <a:off x="100919" y="767784"/>
              <a:ext cx="6363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2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Menu</a:t>
              </a:r>
            </a:p>
          </p:txBody>
        </p:sp>
        <p:pic>
          <p:nvPicPr>
            <p:cNvPr id="39" name="Image 38">
              <a:extLst>
                <a:ext uri="{FF2B5EF4-FFF2-40B4-BE49-F238E27FC236}">
                  <a16:creationId xmlns:a16="http://schemas.microsoft.com/office/drawing/2014/main" id="{E0806D35-6D73-EE1E-89F5-52F88A3D0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865" y="1026801"/>
              <a:ext cx="2514951" cy="2543530"/>
            </a:xfrm>
            <a:prstGeom prst="rect">
              <a:avLst/>
            </a:prstGeom>
          </p:spPr>
        </p:pic>
      </p:grpSp>
      <p:pic>
        <p:nvPicPr>
          <p:cNvPr id="33" name="Image 32">
            <a:extLst>
              <a:ext uri="{FF2B5EF4-FFF2-40B4-BE49-F238E27FC236}">
                <a16:creationId xmlns:a16="http://schemas.microsoft.com/office/drawing/2014/main" id="{928E48BA-D5EB-B7FD-6E99-F946DFCA5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3330" y="-300236"/>
            <a:ext cx="14818659" cy="798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34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CC66F-1415-3468-2AAC-88D0193E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D6BDFE-A38D-97A8-D336-59CA807E9C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C20DD9A9-6F96-4DF5-F07E-AD5CE7706AB9}"/>
              </a:ext>
            </a:extLst>
          </p:cNvPr>
          <p:cNvGrpSpPr/>
          <p:nvPr/>
        </p:nvGrpSpPr>
        <p:grpSpPr>
          <a:xfrm>
            <a:off x="0" y="-134776"/>
            <a:ext cx="2876114" cy="7191829"/>
            <a:chOff x="0" y="-134776"/>
            <a:chExt cx="2876114" cy="7191829"/>
          </a:xfrm>
        </p:grpSpPr>
        <p:sp>
          <p:nvSpPr>
            <p:cNvPr id="52" name="Rectangle : coins arrondis 51">
              <a:extLst>
                <a:ext uri="{FF2B5EF4-FFF2-40B4-BE49-F238E27FC236}">
                  <a16:creationId xmlns:a16="http://schemas.microsoft.com/office/drawing/2014/main" id="{E78A7DBE-C61C-F089-2314-03CCAA41BE11}"/>
                </a:ext>
              </a:extLst>
            </p:cNvPr>
            <p:cNvSpPr/>
            <p:nvPr/>
          </p:nvSpPr>
          <p:spPr>
            <a:xfrm>
              <a:off x="0" y="-134776"/>
              <a:ext cx="2876114" cy="719182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53" name="Image 52">
              <a:extLst>
                <a:ext uri="{FF2B5EF4-FFF2-40B4-BE49-F238E27FC236}">
                  <a16:creationId xmlns:a16="http://schemas.microsoft.com/office/drawing/2014/main" id="{7E854CFF-FC20-12A0-C37E-6B045E4CA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070" y="252022"/>
              <a:ext cx="410045" cy="410045"/>
            </a:xfrm>
            <a:prstGeom prst="rect">
              <a:avLst/>
            </a:prstGeom>
          </p:spPr>
        </p:pic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58D1361F-0F00-E8AD-A7E5-412126F3C722}"/>
                </a:ext>
              </a:extLst>
            </p:cNvPr>
            <p:cNvSpPr txBox="1"/>
            <p:nvPr/>
          </p:nvSpPr>
          <p:spPr>
            <a:xfrm>
              <a:off x="636345" y="259606"/>
              <a:ext cx="1961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GervoTransfert</a:t>
              </a:r>
              <a:endParaRPr lang="fr-FR" sz="2000" b="1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178B234C-3823-D739-1928-42A5A7E08BCF}"/>
                </a:ext>
              </a:extLst>
            </p:cNvPr>
            <p:cNvSpPr txBox="1"/>
            <p:nvPr/>
          </p:nvSpPr>
          <p:spPr>
            <a:xfrm>
              <a:off x="100919" y="767784"/>
              <a:ext cx="6363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2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Menu</a:t>
              </a:r>
            </a:p>
          </p:txBody>
        </p:sp>
        <p:pic>
          <p:nvPicPr>
            <p:cNvPr id="56" name="Image 55">
              <a:extLst>
                <a:ext uri="{FF2B5EF4-FFF2-40B4-BE49-F238E27FC236}">
                  <a16:creationId xmlns:a16="http://schemas.microsoft.com/office/drawing/2014/main" id="{4E6C4AC7-010D-AB23-08CD-F0A28BD54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65" y="1026801"/>
              <a:ext cx="2514951" cy="2543530"/>
            </a:xfrm>
            <a:prstGeom prst="rect">
              <a:avLst/>
            </a:prstGeom>
          </p:spPr>
        </p:pic>
      </p:grpSp>
      <p:sp>
        <p:nvSpPr>
          <p:cNvPr id="3" name="Graphique 21">
            <a:extLst>
              <a:ext uri="{FF2B5EF4-FFF2-40B4-BE49-F238E27FC236}">
                <a16:creationId xmlns:a16="http://schemas.microsoft.com/office/drawing/2014/main" id="{BC427AD8-2FFA-7F36-1021-0D43DFD0D6FA}"/>
              </a:ext>
            </a:extLst>
          </p:cNvPr>
          <p:cNvSpPr/>
          <p:nvPr/>
        </p:nvSpPr>
        <p:spPr>
          <a:xfrm>
            <a:off x="2179318" y="1293353"/>
            <a:ext cx="236231" cy="236230"/>
          </a:xfrm>
          <a:custGeom>
            <a:avLst/>
            <a:gdLst>
              <a:gd name="csX0" fmla="*/ 390 w 161957"/>
              <a:gd name="csY0" fmla="*/ 6589 h 161956"/>
              <a:gd name="csX1" fmla="*/ 2841 w 161957"/>
              <a:gd name="csY1" fmla="*/ 389 h 161956"/>
              <a:gd name="csX2" fmla="*/ 6591 w 161957"/>
              <a:gd name="csY2" fmla="*/ 389 h 161956"/>
              <a:gd name="csX3" fmla="*/ 158991 w 161957"/>
              <a:gd name="csY3" fmla="*/ 62301 h 161956"/>
              <a:gd name="csX4" fmla="*/ 161604 w 161957"/>
              <a:gd name="csY4" fmla="*/ 68509 h 161956"/>
              <a:gd name="csX5" fmla="*/ 158391 w 161957"/>
              <a:gd name="csY5" fmla="*/ 71321 h 161956"/>
              <a:gd name="csX6" fmla="*/ 100059 w 161957"/>
              <a:gd name="csY6" fmla="*/ 86371 h 161956"/>
              <a:gd name="csX7" fmla="*/ 86363 w 161957"/>
              <a:gd name="csY7" fmla="*/ 100039 h 161956"/>
              <a:gd name="csX8" fmla="*/ 71323 w 161957"/>
              <a:gd name="csY8" fmla="*/ 158389 h 161956"/>
              <a:gd name="csX9" fmla="*/ 65516 w 161957"/>
              <a:gd name="csY9" fmla="*/ 161802 h 161956"/>
              <a:gd name="csX10" fmla="*/ 62302 w 161957"/>
              <a:gd name="csY10" fmla="*/ 158989 h 161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61957" h="161956">
                <a:moveTo>
                  <a:pt x="390" y="6589"/>
                </a:moveTo>
                <a:cubicBezTo>
                  <a:pt x="-645" y="4200"/>
                  <a:pt x="452" y="1424"/>
                  <a:pt x="2841" y="389"/>
                </a:cubicBezTo>
                <a:cubicBezTo>
                  <a:pt x="4037" y="-130"/>
                  <a:pt x="5395" y="-130"/>
                  <a:pt x="6591" y="389"/>
                </a:cubicBezTo>
                <a:lnTo>
                  <a:pt x="158991" y="62301"/>
                </a:lnTo>
                <a:cubicBezTo>
                  <a:pt x="161427" y="63294"/>
                  <a:pt x="162597" y="66073"/>
                  <a:pt x="161604" y="68509"/>
                </a:cubicBezTo>
                <a:cubicBezTo>
                  <a:pt x="161037" y="69901"/>
                  <a:pt x="159846" y="70944"/>
                  <a:pt x="158391" y="71321"/>
                </a:cubicBezTo>
                <a:lnTo>
                  <a:pt x="100059" y="86371"/>
                </a:lnTo>
                <a:cubicBezTo>
                  <a:pt x="93347" y="88096"/>
                  <a:pt x="88102" y="93331"/>
                  <a:pt x="86363" y="100039"/>
                </a:cubicBezTo>
                <a:lnTo>
                  <a:pt x="71323" y="158389"/>
                </a:lnTo>
                <a:cubicBezTo>
                  <a:pt x="70662" y="160935"/>
                  <a:pt x="68062" y="162463"/>
                  <a:pt x="65516" y="161802"/>
                </a:cubicBezTo>
                <a:cubicBezTo>
                  <a:pt x="64061" y="161424"/>
                  <a:pt x="62870" y="160382"/>
                  <a:pt x="62302" y="158989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D1F057E5-6802-E930-8BA0-1732BECED22F}"/>
              </a:ext>
            </a:extLst>
          </p:cNvPr>
          <p:cNvSpPr/>
          <p:nvPr/>
        </p:nvSpPr>
        <p:spPr>
          <a:xfrm>
            <a:off x="4717143" y="1075561"/>
            <a:ext cx="5065485" cy="4468896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1270000" sx="68000" sy="68000" algn="ctr" rotWithShape="0">
              <a:prstClr val="black">
                <a:alpha val="5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1C2FA120-350B-210C-7A62-7F9F443A1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567" y="1532270"/>
            <a:ext cx="2038635" cy="2019582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1794DFEF-E6D3-718E-9A13-FB9712FCDCC8}"/>
              </a:ext>
            </a:extLst>
          </p:cNvPr>
          <p:cNvSpPr txBox="1"/>
          <p:nvPr/>
        </p:nvSpPr>
        <p:spPr>
          <a:xfrm>
            <a:off x="6409088" y="3508310"/>
            <a:ext cx="171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Roboto" panose="02000000000000000000" pitchFamily="2" charset="0"/>
                <a:ea typeface="Roboto" panose="02000000000000000000" pitchFamily="2" charset="0"/>
              </a:rPr>
              <a:t>Partage arrêté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28F0B49-403A-EED9-3878-68EBFE2C2DCE}"/>
              </a:ext>
            </a:extLst>
          </p:cNvPr>
          <p:cNvSpPr txBox="1"/>
          <p:nvPr/>
        </p:nvSpPr>
        <p:spPr>
          <a:xfrm>
            <a:off x="4717143" y="3836669"/>
            <a:ext cx="5065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 serveur local est actuellement en pause.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42F9CD9C-815D-8342-503E-B5C0BEE79918}"/>
              </a:ext>
            </a:extLst>
          </p:cNvPr>
          <p:cNvSpPr/>
          <p:nvPr/>
        </p:nvSpPr>
        <p:spPr>
          <a:xfrm>
            <a:off x="6324696" y="4280628"/>
            <a:ext cx="1992683" cy="419355"/>
          </a:xfrm>
          <a:prstGeom prst="roundRect">
            <a:avLst>
              <a:gd name="adj" fmla="val 50000"/>
            </a:avLst>
          </a:prstGeom>
          <a:solidFill>
            <a:srgbClr val="1458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Graphique 45">
            <a:extLst>
              <a:ext uri="{FF2B5EF4-FFF2-40B4-BE49-F238E27FC236}">
                <a16:creationId xmlns:a16="http://schemas.microsoft.com/office/drawing/2014/main" id="{7491080B-19DE-C8F9-5288-6398DC96242B}"/>
              </a:ext>
            </a:extLst>
          </p:cNvPr>
          <p:cNvSpPr/>
          <p:nvPr/>
        </p:nvSpPr>
        <p:spPr>
          <a:xfrm>
            <a:off x="6489770" y="4404573"/>
            <a:ext cx="152414" cy="171464"/>
          </a:xfrm>
          <a:custGeom>
            <a:avLst/>
            <a:gdLst>
              <a:gd name="csX0" fmla="*/ 0 w 152414"/>
              <a:gd name="csY0" fmla="*/ 19056 h 171464"/>
              <a:gd name="csX1" fmla="*/ 19044 w 152414"/>
              <a:gd name="csY1" fmla="*/ 0 h 171464"/>
              <a:gd name="csX2" fmla="*/ 28651 w 152414"/>
              <a:gd name="csY2" fmla="*/ 2596 h 171464"/>
              <a:gd name="csX3" fmla="*/ 142923 w 152414"/>
              <a:gd name="csY3" fmla="*/ 69252 h 171464"/>
              <a:gd name="csX4" fmla="*/ 149839 w 152414"/>
              <a:gd name="csY4" fmla="*/ 95290 h 171464"/>
              <a:gd name="csX5" fmla="*/ 142951 w 152414"/>
              <a:gd name="csY5" fmla="*/ 102190 h 171464"/>
              <a:gd name="csX6" fmla="*/ 28651 w 152414"/>
              <a:gd name="csY6" fmla="*/ 168865 h 171464"/>
              <a:gd name="csX7" fmla="*/ 2596 w 152414"/>
              <a:gd name="csY7" fmla="*/ 162012 h 171464"/>
              <a:gd name="csX8" fmla="*/ 0 w 152414"/>
              <a:gd name="csY8" fmla="*/ 152406 h 1714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2414" h="171464">
                <a:moveTo>
                  <a:pt x="0" y="19056"/>
                </a:moveTo>
                <a:cubicBezTo>
                  <a:pt x="-3" y="8535"/>
                  <a:pt x="8523" y="3"/>
                  <a:pt x="19044" y="0"/>
                </a:cubicBezTo>
                <a:cubicBezTo>
                  <a:pt x="22420" y="-1"/>
                  <a:pt x="25736" y="895"/>
                  <a:pt x="28651" y="2596"/>
                </a:cubicBezTo>
                <a:lnTo>
                  <a:pt x="142923" y="69252"/>
                </a:lnTo>
                <a:cubicBezTo>
                  <a:pt x="152023" y="74533"/>
                  <a:pt x="155119" y="86190"/>
                  <a:pt x="149839" y="95290"/>
                </a:cubicBezTo>
                <a:cubicBezTo>
                  <a:pt x="148180" y="98149"/>
                  <a:pt x="145807" y="100526"/>
                  <a:pt x="142951" y="102190"/>
                </a:cubicBezTo>
                <a:lnTo>
                  <a:pt x="28651" y="168865"/>
                </a:lnTo>
                <a:cubicBezTo>
                  <a:pt x="19564" y="174167"/>
                  <a:pt x="7899" y="171100"/>
                  <a:pt x="2596" y="162012"/>
                </a:cubicBezTo>
                <a:cubicBezTo>
                  <a:pt x="895" y="159097"/>
                  <a:pt x="-1" y="155781"/>
                  <a:pt x="0" y="152406"/>
                </a:cubicBezTo>
                <a:close/>
              </a:path>
            </a:pathLst>
          </a:custGeom>
          <a:noFill/>
          <a:ln w="19050" cap="rnd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C8D44E1D-8E07-5381-12DC-7ED5728BDD39}"/>
              </a:ext>
            </a:extLst>
          </p:cNvPr>
          <p:cNvSpPr txBox="1"/>
          <p:nvPr/>
        </p:nvSpPr>
        <p:spPr>
          <a:xfrm>
            <a:off x="6669078" y="4350414"/>
            <a:ext cx="1496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Relancer le partage</a:t>
            </a:r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7F84C6E4-B732-6CFE-179C-13C1D1EA26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3330" y="-300236"/>
            <a:ext cx="14818659" cy="798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486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98F26-7CD2-14BA-E12C-6E2271761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2C294B-4494-B35B-713C-227BF5BCDE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FA0B62C9-BAD4-CE4D-687D-9848B44FFAE0}"/>
              </a:ext>
            </a:extLst>
          </p:cNvPr>
          <p:cNvGrpSpPr/>
          <p:nvPr/>
        </p:nvGrpSpPr>
        <p:grpSpPr>
          <a:xfrm>
            <a:off x="0" y="-134776"/>
            <a:ext cx="2876114" cy="7191829"/>
            <a:chOff x="0" y="-134776"/>
            <a:chExt cx="2876114" cy="7191829"/>
          </a:xfrm>
        </p:grpSpPr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7B5704D8-1916-20B2-D935-02C5C205B195}"/>
                </a:ext>
              </a:extLst>
            </p:cNvPr>
            <p:cNvSpPr/>
            <p:nvPr/>
          </p:nvSpPr>
          <p:spPr>
            <a:xfrm>
              <a:off x="0" y="-134776"/>
              <a:ext cx="2876114" cy="719182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641BA1E9-9AF1-D6B1-EA48-9CAA33A1F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070" y="252022"/>
              <a:ext cx="410045" cy="410045"/>
            </a:xfrm>
            <a:prstGeom prst="rect">
              <a:avLst/>
            </a:prstGeom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540FBFF3-E4CC-DD49-D398-7692C12B9E09}"/>
                </a:ext>
              </a:extLst>
            </p:cNvPr>
            <p:cNvSpPr txBox="1"/>
            <p:nvPr/>
          </p:nvSpPr>
          <p:spPr>
            <a:xfrm>
              <a:off x="636345" y="259606"/>
              <a:ext cx="1961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GervoTransfert</a:t>
              </a:r>
              <a:endParaRPr lang="fr-FR" sz="2000" b="1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9315C14E-A9EE-1D5F-F592-CF19D67F0C65}"/>
                </a:ext>
              </a:extLst>
            </p:cNvPr>
            <p:cNvSpPr txBox="1"/>
            <p:nvPr/>
          </p:nvSpPr>
          <p:spPr>
            <a:xfrm>
              <a:off x="100919" y="767784"/>
              <a:ext cx="6363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2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Menu</a:t>
              </a:r>
            </a:p>
          </p:txBody>
        </p:sp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6E2AFC1D-8E31-B761-0E24-CC30714F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65" y="1026801"/>
              <a:ext cx="2514951" cy="2543530"/>
            </a:xfrm>
            <a:prstGeom prst="rect">
              <a:avLst/>
            </a:prstGeom>
          </p:spPr>
        </p:pic>
      </p:grpSp>
      <p:sp>
        <p:nvSpPr>
          <p:cNvPr id="3" name="Graphique 21">
            <a:extLst>
              <a:ext uri="{FF2B5EF4-FFF2-40B4-BE49-F238E27FC236}">
                <a16:creationId xmlns:a16="http://schemas.microsoft.com/office/drawing/2014/main" id="{203F339B-21FD-1BD4-8871-07AE0ECD1FFD}"/>
              </a:ext>
            </a:extLst>
          </p:cNvPr>
          <p:cNvSpPr/>
          <p:nvPr/>
        </p:nvSpPr>
        <p:spPr>
          <a:xfrm>
            <a:off x="2179318" y="1293353"/>
            <a:ext cx="236231" cy="236230"/>
          </a:xfrm>
          <a:custGeom>
            <a:avLst/>
            <a:gdLst>
              <a:gd name="csX0" fmla="*/ 390 w 161957"/>
              <a:gd name="csY0" fmla="*/ 6589 h 161956"/>
              <a:gd name="csX1" fmla="*/ 2841 w 161957"/>
              <a:gd name="csY1" fmla="*/ 389 h 161956"/>
              <a:gd name="csX2" fmla="*/ 6591 w 161957"/>
              <a:gd name="csY2" fmla="*/ 389 h 161956"/>
              <a:gd name="csX3" fmla="*/ 158991 w 161957"/>
              <a:gd name="csY3" fmla="*/ 62301 h 161956"/>
              <a:gd name="csX4" fmla="*/ 161604 w 161957"/>
              <a:gd name="csY4" fmla="*/ 68509 h 161956"/>
              <a:gd name="csX5" fmla="*/ 158391 w 161957"/>
              <a:gd name="csY5" fmla="*/ 71321 h 161956"/>
              <a:gd name="csX6" fmla="*/ 100059 w 161957"/>
              <a:gd name="csY6" fmla="*/ 86371 h 161956"/>
              <a:gd name="csX7" fmla="*/ 86363 w 161957"/>
              <a:gd name="csY7" fmla="*/ 100039 h 161956"/>
              <a:gd name="csX8" fmla="*/ 71323 w 161957"/>
              <a:gd name="csY8" fmla="*/ 158389 h 161956"/>
              <a:gd name="csX9" fmla="*/ 65516 w 161957"/>
              <a:gd name="csY9" fmla="*/ 161802 h 161956"/>
              <a:gd name="csX10" fmla="*/ 62302 w 161957"/>
              <a:gd name="csY10" fmla="*/ 158989 h 161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61957" h="161956">
                <a:moveTo>
                  <a:pt x="390" y="6589"/>
                </a:moveTo>
                <a:cubicBezTo>
                  <a:pt x="-645" y="4200"/>
                  <a:pt x="452" y="1424"/>
                  <a:pt x="2841" y="389"/>
                </a:cubicBezTo>
                <a:cubicBezTo>
                  <a:pt x="4037" y="-130"/>
                  <a:pt x="5395" y="-130"/>
                  <a:pt x="6591" y="389"/>
                </a:cubicBezTo>
                <a:lnTo>
                  <a:pt x="158991" y="62301"/>
                </a:lnTo>
                <a:cubicBezTo>
                  <a:pt x="161427" y="63294"/>
                  <a:pt x="162597" y="66073"/>
                  <a:pt x="161604" y="68509"/>
                </a:cubicBezTo>
                <a:cubicBezTo>
                  <a:pt x="161037" y="69901"/>
                  <a:pt x="159846" y="70944"/>
                  <a:pt x="158391" y="71321"/>
                </a:cubicBezTo>
                <a:lnTo>
                  <a:pt x="100059" y="86371"/>
                </a:lnTo>
                <a:cubicBezTo>
                  <a:pt x="93347" y="88096"/>
                  <a:pt x="88102" y="93331"/>
                  <a:pt x="86363" y="100039"/>
                </a:cubicBezTo>
                <a:lnTo>
                  <a:pt x="71323" y="158389"/>
                </a:lnTo>
                <a:cubicBezTo>
                  <a:pt x="70662" y="160935"/>
                  <a:pt x="68062" y="162463"/>
                  <a:pt x="65516" y="161802"/>
                </a:cubicBezTo>
                <a:cubicBezTo>
                  <a:pt x="64061" y="161424"/>
                  <a:pt x="62870" y="160382"/>
                  <a:pt x="62302" y="158989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AAFD327B-0C47-5D8A-72F2-87C597AEBD35}"/>
              </a:ext>
            </a:extLst>
          </p:cNvPr>
          <p:cNvSpPr/>
          <p:nvPr/>
        </p:nvSpPr>
        <p:spPr>
          <a:xfrm>
            <a:off x="4717143" y="1075561"/>
            <a:ext cx="5065485" cy="4468896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1270000" sx="68000" sy="68000" algn="ctr" rotWithShape="0">
              <a:prstClr val="black">
                <a:alpha val="5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F87B9D04-AE0E-2C10-8998-1142122DBC82}"/>
              </a:ext>
            </a:extLst>
          </p:cNvPr>
          <p:cNvSpPr txBox="1"/>
          <p:nvPr/>
        </p:nvSpPr>
        <p:spPr>
          <a:xfrm>
            <a:off x="5614761" y="3522443"/>
            <a:ext cx="3270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Roboto" panose="02000000000000000000" pitchFamily="2" charset="0"/>
                <a:ea typeface="Roboto" panose="02000000000000000000" pitchFamily="2" charset="0"/>
              </a:rPr>
              <a:t>Scannez pour accéder au dossier 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FCAD283-C080-45C6-21CE-A9E2510AFD3C}"/>
              </a:ext>
            </a:extLst>
          </p:cNvPr>
          <p:cNvSpPr txBox="1"/>
          <p:nvPr/>
        </p:nvSpPr>
        <p:spPr>
          <a:xfrm>
            <a:off x="4717143" y="3836669"/>
            <a:ext cx="5065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http://192.168.1.22:54732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66E951F3-EFB7-AFC7-0F5A-ED3420814030}"/>
              </a:ext>
            </a:extLst>
          </p:cNvPr>
          <p:cNvSpPr/>
          <p:nvPr/>
        </p:nvSpPr>
        <p:spPr>
          <a:xfrm>
            <a:off x="6230567" y="4280628"/>
            <a:ext cx="936716" cy="34678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FAABBE5-9904-2AD6-9A89-07B477FCFB93}"/>
              </a:ext>
            </a:extLst>
          </p:cNvPr>
          <p:cNvSpPr/>
          <p:nvPr/>
        </p:nvSpPr>
        <p:spPr>
          <a:xfrm>
            <a:off x="7435253" y="4280628"/>
            <a:ext cx="936716" cy="346785"/>
          </a:xfrm>
          <a:prstGeom prst="roundRect">
            <a:avLst>
              <a:gd name="adj" fmla="val 50000"/>
            </a:avLst>
          </a:prstGeom>
          <a:solidFill>
            <a:srgbClr val="FFA7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512F5A4-D293-5535-8571-584452BE9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646" y="1507939"/>
            <a:ext cx="1800476" cy="1790950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61A1C2A4-9A2D-1B69-DC18-C8A32752B52B}"/>
              </a:ext>
            </a:extLst>
          </p:cNvPr>
          <p:cNvGrpSpPr/>
          <p:nvPr/>
        </p:nvGrpSpPr>
        <p:grpSpPr>
          <a:xfrm>
            <a:off x="6349646" y="4379562"/>
            <a:ext cx="134043" cy="148937"/>
            <a:chOff x="6010275" y="3333749"/>
            <a:chExt cx="171450" cy="190501"/>
          </a:xfrm>
        </p:grpSpPr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C72A0202-1EBD-21CF-A796-C80137856241}"/>
                </a:ext>
              </a:extLst>
            </p:cNvPr>
            <p:cNvSpPr/>
            <p:nvPr/>
          </p:nvSpPr>
          <p:spPr>
            <a:xfrm>
              <a:off x="6067425" y="3333750"/>
              <a:ext cx="114300" cy="142875"/>
            </a:xfrm>
            <a:custGeom>
              <a:avLst/>
              <a:gdLst>
                <a:gd name="csX0" fmla="*/ 57150 w 114300"/>
                <a:gd name="csY0" fmla="*/ 0 h 142875"/>
                <a:gd name="csX1" fmla="*/ 19050 w 114300"/>
                <a:gd name="csY1" fmla="*/ 0 h 142875"/>
                <a:gd name="csX2" fmla="*/ 0 w 114300"/>
                <a:gd name="csY2" fmla="*/ 19050 h 142875"/>
                <a:gd name="csX3" fmla="*/ 0 w 114300"/>
                <a:gd name="csY3" fmla="*/ 123825 h 142875"/>
                <a:gd name="csX4" fmla="*/ 19050 w 114300"/>
                <a:gd name="csY4" fmla="*/ 142875 h 142875"/>
                <a:gd name="csX5" fmla="*/ 95250 w 114300"/>
                <a:gd name="csY5" fmla="*/ 142875 h 142875"/>
                <a:gd name="csX6" fmla="*/ 114300 w 114300"/>
                <a:gd name="csY6" fmla="*/ 123825 h 142875"/>
                <a:gd name="csX7" fmla="*/ 114300 w 114300"/>
                <a:gd name="csY7" fmla="*/ 57150 h 142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4300" h="142875">
                  <a:moveTo>
                    <a:pt x="57150" y="0"/>
                  </a:moveTo>
                  <a:lnTo>
                    <a:pt x="19050" y="0"/>
                  </a:lnTo>
                  <a:cubicBezTo>
                    <a:pt x="8529" y="0"/>
                    <a:pt x="0" y="8529"/>
                    <a:pt x="0" y="19050"/>
                  </a:cubicBezTo>
                  <a:lnTo>
                    <a:pt x="0" y="123825"/>
                  </a:lnTo>
                  <a:cubicBezTo>
                    <a:pt x="0" y="134346"/>
                    <a:pt x="8529" y="142875"/>
                    <a:pt x="19050" y="142875"/>
                  </a:cubicBezTo>
                  <a:lnTo>
                    <a:pt x="95250" y="142875"/>
                  </a:lnTo>
                  <a:cubicBezTo>
                    <a:pt x="105771" y="142875"/>
                    <a:pt x="114300" y="134346"/>
                    <a:pt x="114300" y="123825"/>
                  </a:cubicBezTo>
                  <a:lnTo>
                    <a:pt x="114300" y="57150"/>
                  </a:lnTo>
                </a:path>
              </a:pathLst>
            </a:custGeom>
            <a:noFill/>
            <a:ln w="19050" cap="rnd">
              <a:solidFill>
                <a:schemeClr val="bg2">
                  <a:lumMod val="50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EE2F0F64-BFB3-DD3F-5BF5-1817A224A034}"/>
                </a:ext>
              </a:extLst>
            </p:cNvPr>
            <p:cNvSpPr/>
            <p:nvPr/>
          </p:nvSpPr>
          <p:spPr>
            <a:xfrm>
              <a:off x="6124574" y="3333749"/>
              <a:ext cx="57150" cy="57150"/>
            </a:xfrm>
            <a:custGeom>
              <a:avLst/>
              <a:gdLst>
                <a:gd name="csX0" fmla="*/ 16250 w 57150"/>
                <a:gd name="csY0" fmla="*/ 6725 h 57150"/>
                <a:gd name="csX1" fmla="*/ 0 w 57150"/>
                <a:gd name="csY1" fmla="*/ 0 h 57150"/>
                <a:gd name="csX2" fmla="*/ 0 w 57150"/>
                <a:gd name="csY2" fmla="*/ 47625 h 57150"/>
                <a:gd name="csX3" fmla="*/ 9525 w 57150"/>
                <a:gd name="csY3" fmla="*/ 57150 h 57150"/>
                <a:gd name="csX4" fmla="*/ 57150 w 57150"/>
                <a:gd name="csY4" fmla="*/ 57150 h 57150"/>
                <a:gd name="csX5" fmla="*/ 50425 w 57150"/>
                <a:gd name="csY5" fmla="*/ 4090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7150" h="57150">
                  <a:moveTo>
                    <a:pt x="16250" y="6725"/>
                  </a:moveTo>
                  <a:cubicBezTo>
                    <a:pt x="11947" y="2406"/>
                    <a:pt x="6097" y="-15"/>
                    <a:pt x="0" y="0"/>
                  </a:cubicBezTo>
                  <a:lnTo>
                    <a:pt x="0" y="47625"/>
                  </a:lnTo>
                  <a:cubicBezTo>
                    <a:pt x="0" y="52886"/>
                    <a:pt x="4264" y="57150"/>
                    <a:pt x="9525" y="57150"/>
                  </a:cubicBezTo>
                  <a:lnTo>
                    <a:pt x="57150" y="57150"/>
                  </a:lnTo>
                  <a:cubicBezTo>
                    <a:pt x="57165" y="51054"/>
                    <a:pt x="54744" y="45204"/>
                    <a:pt x="50425" y="40900"/>
                  </a:cubicBezTo>
                  <a:close/>
                </a:path>
              </a:pathLst>
            </a:custGeom>
            <a:noFill/>
            <a:ln w="19050" cap="rnd">
              <a:solidFill>
                <a:schemeClr val="bg2">
                  <a:lumMod val="50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FE0BC80B-B04E-CD3B-329C-D894BBD1E9D0}"/>
                </a:ext>
              </a:extLst>
            </p:cNvPr>
            <p:cNvSpPr/>
            <p:nvPr/>
          </p:nvSpPr>
          <p:spPr>
            <a:xfrm>
              <a:off x="6010275" y="3381375"/>
              <a:ext cx="111747" cy="142875"/>
            </a:xfrm>
            <a:custGeom>
              <a:avLst/>
              <a:gdLst>
                <a:gd name="csX0" fmla="*/ 19050 w 111747"/>
                <a:gd name="csY0" fmla="*/ 0 h 142875"/>
                <a:gd name="csX1" fmla="*/ 0 w 111747"/>
                <a:gd name="csY1" fmla="*/ 19050 h 142875"/>
                <a:gd name="csX2" fmla="*/ 0 w 111747"/>
                <a:gd name="csY2" fmla="*/ 123825 h 142875"/>
                <a:gd name="csX3" fmla="*/ 19050 w 111747"/>
                <a:gd name="csY3" fmla="*/ 142875 h 142875"/>
                <a:gd name="csX4" fmla="*/ 95250 w 111747"/>
                <a:gd name="csY4" fmla="*/ 142875 h 142875"/>
                <a:gd name="csX5" fmla="*/ 111747 w 111747"/>
                <a:gd name="csY5" fmla="*/ 133350 h 142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1747" h="142875">
                  <a:moveTo>
                    <a:pt x="19050" y="0"/>
                  </a:moveTo>
                  <a:cubicBezTo>
                    <a:pt x="8529" y="0"/>
                    <a:pt x="0" y="8529"/>
                    <a:pt x="0" y="19050"/>
                  </a:cubicBezTo>
                  <a:lnTo>
                    <a:pt x="0" y="123825"/>
                  </a:lnTo>
                  <a:cubicBezTo>
                    <a:pt x="0" y="134346"/>
                    <a:pt x="8529" y="142875"/>
                    <a:pt x="19050" y="142875"/>
                  </a:cubicBezTo>
                  <a:lnTo>
                    <a:pt x="95250" y="142875"/>
                  </a:lnTo>
                  <a:cubicBezTo>
                    <a:pt x="102056" y="142875"/>
                    <a:pt x="108344" y="139244"/>
                    <a:pt x="111747" y="133350"/>
                  </a:cubicBezTo>
                </a:path>
              </a:pathLst>
            </a:custGeom>
            <a:noFill/>
            <a:ln w="19050" cap="rnd">
              <a:solidFill>
                <a:schemeClr val="bg2">
                  <a:lumMod val="50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" name="ZoneTexte 17">
            <a:extLst>
              <a:ext uri="{FF2B5EF4-FFF2-40B4-BE49-F238E27FC236}">
                <a16:creationId xmlns:a16="http://schemas.microsoft.com/office/drawing/2014/main" id="{280CF385-9BF6-6136-3959-A576985CEFC6}"/>
              </a:ext>
            </a:extLst>
          </p:cNvPr>
          <p:cNvSpPr txBox="1"/>
          <p:nvPr/>
        </p:nvSpPr>
        <p:spPr>
          <a:xfrm>
            <a:off x="6481691" y="4327062"/>
            <a:ext cx="6596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rgbClr val="74747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Copier</a:t>
            </a:r>
          </a:p>
        </p:txBody>
      </p:sp>
      <p:sp>
        <p:nvSpPr>
          <p:cNvPr id="24" name="Graphique 22">
            <a:extLst>
              <a:ext uri="{FF2B5EF4-FFF2-40B4-BE49-F238E27FC236}">
                <a16:creationId xmlns:a16="http://schemas.microsoft.com/office/drawing/2014/main" id="{309B20FC-44A7-D53B-7492-250895D7F67B}"/>
              </a:ext>
            </a:extLst>
          </p:cNvPr>
          <p:cNvSpPr/>
          <p:nvPr/>
        </p:nvSpPr>
        <p:spPr>
          <a:xfrm>
            <a:off x="7549623" y="4381461"/>
            <a:ext cx="127527" cy="127527"/>
          </a:xfrm>
          <a:prstGeom prst="roundRect">
            <a:avLst>
              <a:gd name="adj" fmla="val 11111"/>
            </a:avLst>
          </a:prstGeom>
          <a:noFill/>
          <a:ln w="19050" cap="rnd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761CB71-638E-ADE0-14EB-6149F32F0C00}"/>
              </a:ext>
            </a:extLst>
          </p:cNvPr>
          <p:cNvSpPr txBox="1"/>
          <p:nvPr/>
        </p:nvSpPr>
        <p:spPr>
          <a:xfrm>
            <a:off x="7677150" y="4322960"/>
            <a:ext cx="6994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Arrêter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2B378032-EB6E-ACE4-510E-CE1A1CF5F7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3330" y="-300236"/>
            <a:ext cx="14818659" cy="798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012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6FB02-EF25-F388-C251-3369F8F1F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99F39F0B-416D-54B3-B21A-611F7DE3BA45}"/>
              </a:ext>
            </a:extLst>
          </p:cNvPr>
          <p:cNvGrpSpPr/>
          <p:nvPr/>
        </p:nvGrpSpPr>
        <p:grpSpPr>
          <a:xfrm>
            <a:off x="-1313330" y="-300236"/>
            <a:ext cx="14818659" cy="7983911"/>
            <a:chOff x="-1313330" y="-300236"/>
            <a:chExt cx="14818659" cy="7983911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442606FB-8C33-903A-3C54-529CF852C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64425939-F6BD-59B8-CD05-FC6890B96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313330" y="-300236"/>
              <a:ext cx="14818659" cy="7983911"/>
            </a:xfrm>
            <a:prstGeom prst="rect">
              <a:avLst/>
            </a:prstGeom>
          </p:spPr>
        </p:pic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5D899B58-EA3C-E5E2-826D-937AA73C6C55}"/>
              </a:ext>
            </a:extLst>
          </p:cNvPr>
          <p:cNvGrpSpPr/>
          <p:nvPr/>
        </p:nvGrpSpPr>
        <p:grpSpPr>
          <a:xfrm>
            <a:off x="-5486400" y="-17673996"/>
            <a:ext cx="22453599" cy="44694865"/>
            <a:chOff x="4373355" y="0"/>
            <a:chExt cx="3445290" cy="6858000"/>
          </a:xfrm>
        </p:grpSpPr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DD4F6336-9AF6-13AF-E814-311923043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355" y="0"/>
              <a:ext cx="3445290" cy="6858000"/>
            </a:xfrm>
            <a:prstGeom prst="rect">
              <a:avLst/>
            </a:prstGeom>
          </p:spPr>
        </p:pic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1ABB2A47-E365-CE5A-955E-628969BA8E1B}"/>
                </a:ext>
              </a:extLst>
            </p:cNvPr>
            <p:cNvSpPr/>
            <p:nvPr/>
          </p:nvSpPr>
          <p:spPr>
            <a:xfrm>
              <a:off x="5201770" y="855825"/>
              <a:ext cx="1788459" cy="416859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5098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/>
                <a:t>Trouver un </a:t>
              </a:r>
              <a:r>
                <a:rPr lang="fr-FR" sz="1000" dirty="0" err="1"/>
                <a:t>qr</a:t>
              </a:r>
              <a:r>
                <a:rPr lang="fr-FR" sz="1000" dirty="0"/>
                <a:t>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548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B0CEC-F5E5-CB8E-A786-476E6FD2C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A699E93D-5559-15B0-5E42-CCC473118BCE}"/>
              </a:ext>
            </a:extLst>
          </p:cNvPr>
          <p:cNvGrpSpPr/>
          <p:nvPr/>
        </p:nvGrpSpPr>
        <p:grpSpPr>
          <a:xfrm>
            <a:off x="3682202" y="2128508"/>
            <a:ext cx="4827596" cy="2600984"/>
            <a:chOff x="-1313330" y="-300236"/>
            <a:chExt cx="14818659" cy="7983911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D4530D0E-36CC-3789-7313-EE624D020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074AD8B3-1E18-6271-CCD4-C6A82C81E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313330" y="-300236"/>
              <a:ext cx="14818659" cy="7983911"/>
            </a:xfrm>
            <a:prstGeom prst="rect">
              <a:avLst/>
            </a:prstGeom>
          </p:spPr>
        </p:pic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A9C3C6A-B484-9DE7-B0C0-EC02DB97C58D}"/>
              </a:ext>
            </a:extLst>
          </p:cNvPr>
          <p:cNvGrpSpPr/>
          <p:nvPr/>
        </p:nvGrpSpPr>
        <p:grpSpPr>
          <a:xfrm>
            <a:off x="5186155" y="783771"/>
            <a:ext cx="2508317" cy="4992914"/>
            <a:chOff x="4373355" y="0"/>
            <a:chExt cx="3445290" cy="6858000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F1958798-C0D7-2427-D6EE-0440B5539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355" y="0"/>
              <a:ext cx="3445290" cy="6858000"/>
            </a:xfrm>
            <a:prstGeom prst="rect">
              <a:avLst/>
            </a:prstGeom>
          </p:spPr>
        </p:pic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299DB354-E953-A185-71E1-8F3A27D18984}"/>
                </a:ext>
              </a:extLst>
            </p:cNvPr>
            <p:cNvSpPr/>
            <p:nvPr/>
          </p:nvSpPr>
          <p:spPr>
            <a:xfrm>
              <a:off x="5201770" y="855825"/>
              <a:ext cx="1788459" cy="416859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5098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/>
                <a:t>Trouver un </a:t>
              </a:r>
              <a:r>
                <a:rPr lang="fr-FR" sz="1000" dirty="0" err="1"/>
                <a:t>qr</a:t>
              </a:r>
              <a:r>
                <a:rPr lang="fr-FR" sz="1000" dirty="0"/>
                <a:t>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613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ADD4D-D413-99E6-3A5B-497B2D47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9141CC7A-4778-A452-F7B5-208D221F6AEF}"/>
              </a:ext>
            </a:extLst>
          </p:cNvPr>
          <p:cNvGrpSpPr/>
          <p:nvPr/>
        </p:nvGrpSpPr>
        <p:grpSpPr>
          <a:xfrm>
            <a:off x="3682202" y="2128508"/>
            <a:ext cx="4827596" cy="2600984"/>
            <a:chOff x="-1313330" y="-300236"/>
            <a:chExt cx="14818659" cy="7983911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52F2FD23-B9D1-17B8-E2A6-88940897E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81EC438F-58EB-5635-033C-4510FF0BD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313330" y="-300236"/>
              <a:ext cx="14818659" cy="7983911"/>
            </a:xfrm>
            <a:prstGeom prst="rect">
              <a:avLst/>
            </a:prstGeom>
          </p:spPr>
        </p:pic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ADA56090-DCE2-AA76-BF57-7B080B9D846C}"/>
              </a:ext>
            </a:extLst>
          </p:cNvPr>
          <p:cNvGrpSpPr/>
          <p:nvPr/>
        </p:nvGrpSpPr>
        <p:grpSpPr>
          <a:xfrm>
            <a:off x="5186155" y="783771"/>
            <a:ext cx="2508317" cy="4992914"/>
            <a:chOff x="4373355" y="0"/>
            <a:chExt cx="3445290" cy="6858000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95A6FF9F-7C4F-FB80-BAD6-B2198A60C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355" y="0"/>
              <a:ext cx="3445290" cy="6858000"/>
            </a:xfrm>
            <a:prstGeom prst="rect">
              <a:avLst/>
            </a:prstGeom>
          </p:spPr>
        </p:pic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B4AC5E24-8C47-E2CC-9E1D-BFDE318DF718}"/>
                </a:ext>
              </a:extLst>
            </p:cNvPr>
            <p:cNvSpPr/>
            <p:nvPr/>
          </p:nvSpPr>
          <p:spPr>
            <a:xfrm>
              <a:off x="5201770" y="855825"/>
              <a:ext cx="1788459" cy="416859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5098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/>
                <a:t>Trouver un </a:t>
              </a:r>
              <a:r>
                <a:rPr lang="fr-FR" sz="1000" dirty="0" err="1"/>
                <a:t>qr</a:t>
              </a:r>
              <a:r>
                <a:rPr lang="fr-FR" sz="1000" dirty="0"/>
                <a:t> code</a:t>
              </a:r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3B26A174-88EC-0DC4-9E22-77B8DBF33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998" y="2311966"/>
            <a:ext cx="1838582" cy="1781424"/>
          </a:xfrm>
          <a:prstGeom prst="rect">
            <a:avLst/>
          </a:prstGeom>
        </p:spPr>
      </p:pic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1EF3B6C-64FF-5E96-0676-EE34A911A897}"/>
              </a:ext>
            </a:extLst>
          </p:cNvPr>
          <p:cNvSpPr/>
          <p:nvPr/>
        </p:nvSpPr>
        <p:spPr>
          <a:xfrm>
            <a:off x="5789276" y="4291507"/>
            <a:ext cx="1302074" cy="303491"/>
          </a:xfrm>
          <a:prstGeom prst="roundRect">
            <a:avLst>
              <a:gd name="adj" fmla="val 50000"/>
            </a:avLst>
          </a:prstGeom>
          <a:solidFill>
            <a:srgbClr val="000000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Ouvrir le site web</a:t>
            </a:r>
          </a:p>
        </p:txBody>
      </p:sp>
    </p:spTree>
    <p:extLst>
      <p:ext uri="{BB962C8B-B14F-4D97-AF65-F5344CB8AC3E}">
        <p14:creationId xmlns:p14="http://schemas.microsoft.com/office/powerpoint/2010/main" val="3684608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05C53-7170-698F-E39D-8D3ECA5E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0F8231E-5B7A-C839-E9F1-F19E664C9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5693" y="1761021"/>
            <a:ext cx="5069558" cy="284860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C28891F-0650-5275-C5FF-0C7815165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10" y="1616309"/>
            <a:ext cx="6311765" cy="347219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327BAD5-EB37-130D-3FC7-47BB13CAC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570" y="1062193"/>
            <a:ext cx="2285416" cy="48217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E34577-BF9E-AEF7-5DC4-50BD0EAB65E0}"/>
              </a:ext>
            </a:extLst>
          </p:cNvPr>
          <p:cNvSpPr/>
          <p:nvPr/>
        </p:nvSpPr>
        <p:spPr>
          <a:xfrm rot="2961184">
            <a:off x="9003891" y="1034238"/>
            <a:ext cx="2808346" cy="101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543642-A1C9-0247-80E3-4702630CD675}"/>
              </a:ext>
            </a:extLst>
          </p:cNvPr>
          <p:cNvSpPr/>
          <p:nvPr/>
        </p:nvSpPr>
        <p:spPr>
          <a:xfrm>
            <a:off x="7682473" y="5801764"/>
            <a:ext cx="2808346" cy="101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602289E-A111-A843-1008-A987B157A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828" y="913875"/>
            <a:ext cx="2508317" cy="499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174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65</Words>
  <Application>Microsoft Office PowerPoint</Application>
  <PresentationFormat>Grand écran</PresentationFormat>
  <Paragraphs>20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Roboto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Vianney Pacaud</dc:creator>
  <cp:lastModifiedBy>Vianney Pacaud</cp:lastModifiedBy>
  <cp:revision>1</cp:revision>
  <dcterms:created xsi:type="dcterms:W3CDTF">2026-09-13T12:28:57Z</dcterms:created>
  <dcterms:modified xsi:type="dcterms:W3CDTF">2026-09-13T14:01:39Z</dcterms:modified>
</cp:coreProperties>
</file>